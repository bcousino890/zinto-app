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58" r:id="rId8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abel ruston" userId="33f4b43e7e8099aa" providerId="LiveId" clId="{92F44DDF-4E52-4BC6-A5AF-CFAB47CB6F40}"/>
    <pc:docChg chg="custSel addSld delSld modSld">
      <pc:chgData name="isabel ruston" userId="33f4b43e7e8099aa" providerId="LiveId" clId="{92F44DDF-4E52-4BC6-A5AF-CFAB47CB6F40}" dt="2025-11-08T11:21:03.479" v="161" actId="14100"/>
      <pc:docMkLst>
        <pc:docMk/>
      </pc:docMkLst>
      <pc:sldChg chg="addSp modSp mod">
        <pc:chgData name="isabel ruston" userId="33f4b43e7e8099aa" providerId="LiveId" clId="{92F44DDF-4E52-4BC6-A5AF-CFAB47CB6F40}" dt="2025-11-08T11:21:03.479" v="161" actId="14100"/>
        <pc:sldMkLst>
          <pc:docMk/>
          <pc:sldMk cId="2810793939" sldId="256"/>
        </pc:sldMkLst>
        <pc:spChg chg="add mod">
          <ac:chgData name="isabel ruston" userId="33f4b43e7e8099aa" providerId="LiveId" clId="{92F44DDF-4E52-4BC6-A5AF-CFAB47CB6F40}" dt="2025-11-08T11:21:03.479" v="161" actId="14100"/>
          <ac:spMkLst>
            <pc:docMk/>
            <pc:sldMk cId="2810793939" sldId="256"/>
            <ac:spMk id="9" creationId="{02F0666B-A3DB-B390-E87B-19100D84E406}"/>
          </ac:spMkLst>
        </pc:spChg>
        <pc:picChg chg="mod">
          <ac:chgData name="isabel ruston" userId="33f4b43e7e8099aa" providerId="LiveId" clId="{92F44DDF-4E52-4BC6-A5AF-CFAB47CB6F40}" dt="2025-11-08T11:20:57.975" v="159" actId="1076"/>
          <ac:picMkLst>
            <pc:docMk/>
            <pc:sldMk cId="2810793939" sldId="256"/>
            <ac:picMk id="5" creationId="{9CC26AB5-D3CF-7B7C-6894-803AB1DD1CF4}"/>
          </ac:picMkLst>
        </pc:picChg>
      </pc:sldChg>
      <pc:sldChg chg="addSp delSp modSp mod setBg">
        <pc:chgData name="isabel ruston" userId="33f4b43e7e8099aa" providerId="LiveId" clId="{92F44DDF-4E52-4BC6-A5AF-CFAB47CB6F40}" dt="2025-11-08T11:01:54.602" v="23" actId="26606"/>
        <pc:sldMkLst>
          <pc:docMk/>
          <pc:sldMk cId="1064090261" sldId="257"/>
        </pc:sldMkLst>
        <pc:spChg chg="add del">
          <ac:chgData name="isabel ruston" userId="33f4b43e7e8099aa" providerId="LiveId" clId="{92F44DDF-4E52-4BC6-A5AF-CFAB47CB6F40}" dt="2025-11-08T11:01:54.602" v="23" actId="26606"/>
          <ac:spMkLst>
            <pc:docMk/>
            <pc:sldMk cId="1064090261" sldId="257"/>
            <ac:spMk id="8" creationId="{32BC26D8-82FB-445E-AA49-62A77D7C1EE0}"/>
          </ac:spMkLst>
        </pc:spChg>
        <pc:spChg chg="add del">
          <ac:chgData name="isabel ruston" userId="33f4b43e7e8099aa" providerId="LiveId" clId="{92F44DDF-4E52-4BC6-A5AF-CFAB47CB6F40}" dt="2025-11-08T11:01:54.602" v="23" actId="26606"/>
          <ac:spMkLst>
            <pc:docMk/>
            <pc:sldMk cId="1064090261" sldId="257"/>
            <ac:spMk id="10" creationId="{CB44330D-EA18-4254-AA95-EB49948539B8}"/>
          </ac:spMkLst>
        </pc:spChg>
        <pc:spChg chg="add">
          <ac:chgData name="isabel ruston" userId="33f4b43e7e8099aa" providerId="LiveId" clId="{92F44DDF-4E52-4BC6-A5AF-CFAB47CB6F40}" dt="2025-11-08T11:01:54.602" v="23" actId="26606"/>
          <ac:spMkLst>
            <pc:docMk/>
            <pc:sldMk cId="1064090261" sldId="257"/>
            <ac:spMk id="15" creationId="{9E90EB45-EEE9-4563-8179-65EF62AE0978}"/>
          </ac:spMkLst>
        </pc:spChg>
        <pc:spChg chg="add">
          <ac:chgData name="isabel ruston" userId="33f4b43e7e8099aa" providerId="LiveId" clId="{92F44DDF-4E52-4BC6-A5AF-CFAB47CB6F40}" dt="2025-11-08T11:01:54.602" v="23" actId="26606"/>
          <ac:spMkLst>
            <pc:docMk/>
            <pc:sldMk cId="1064090261" sldId="257"/>
            <ac:spMk id="17" creationId="{23D0EF74-AD1E-4FD9-914D-8EC9058EBBA3}"/>
          </ac:spMkLst>
        </pc:spChg>
        <pc:picChg chg="add mod modCrop">
          <ac:chgData name="isabel ruston" userId="33f4b43e7e8099aa" providerId="LiveId" clId="{92F44DDF-4E52-4BC6-A5AF-CFAB47CB6F40}" dt="2025-11-08T11:01:54.602" v="23" actId="26606"/>
          <ac:picMkLst>
            <pc:docMk/>
            <pc:sldMk cId="1064090261" sldId="257"/>
            <ac:picMk id="3" creationId="{3ADC0EDE-0F39-0A57-B27C-8F269E20278B}"/>
          </ac:picMkLst>
        </pc:picChg>
        <pc:picChg chg="add mod modCrop">
          <ac:chgData name="isabel ruston" userId="33f4b43e7e8099aa" providerId="LiveId" clId="{92F44DDF-4E52-4BC6-A5AF-CFAB47CB6F40}" dt="2025-11-08T11:01:54.602" v="23" actId="26606"/>
          <ac:picMkLst>
            <pc:docMk/>
            <pc:sldMk cId="1064090261" sldId="257"/>
            <ac:picMk id="5" creationId="{3F225C34-BAC4-BF0E-58C3-917EDD53ABFF}"/>
          </ac:picMkLst>
        </pc:picChg>
      </pc:sldChg>
      <pc:sldChg chg="addSp modSp new mod setBg">
        <pc:chgData name="isabel ruston" userId="33f4b43e7e8099aa" providerId="LiveId" clId="{92F44DDF-4E52-4BC6-A5AF-CFAB47CB6F40}" dt="2025-11-08T11:15:35.683" v="120" actId="26606"/>
        <pc:sldMkLst>
          <pc:docMk/>
          <pc:sldMk cId="3366454626" sldId="258"/>
        </pc:sldMkLst>
        <pc:spChg chg="add">
          <ac:chgData name="isabel ruston" userId="33f4b43e7e8099aa" providerId="LiveId" clId="{92F44DDF-4E52-4BC6-A5AF-CFAB47CB6F40}" dt="2025-11-08T11:15:35.683" v="120" actId="26606"/>
          <ac:spMkLst>
            <pc:docMk/>
            <pc:sldMk cId="3366454626" sldId="258"/>
            <ac:spMk id="10" creationId="{9E90EB45-EEE9-4563-8179-65EF62AE0978}"/>
          </ac:spMkLst>
        </pc:spChg>
        <pc:spChg chg="add">
          <ac:chgData name="isabel ruston" userId="33f4b43e7e8099aa" providerId="LiveId" clId="{92F44DDF-4E52-4BC6-A5AF-CFAB47CB6F40}" dt="2025-11-08T11:15:35.683" v="120" actId="26606"/>
          <ac:spMkLst>
            <pc:docMk/>
            <pc:sldMk cId="3366454626" sldId="258"/>
            <ac:spMk id="12" creationId="{23D0EF74-AD1E-4FD9-914D-8EC9058EBBA3}"/>
          </ac:spMkLst>
        </pc:spChg>
        <pc:picChg chg="add mod modCrop">
          <ac:chgData name="isabel ruston" userId="33f4b43e7e8099aa" providerId="LiveId" clId="{92F44DDF-4E52-4BC6-A5AF-CFAB47CB6F40}" dt="2025-11-08T11:15:35.683" v="120" actId="26606"/>
          <ac:picMkLst>
            <pc:docMk/>
            <pc:sldMk cId="3366454626" sldId="258"/>
            <ac:picMk id="3" creationId="{F78D39E0-BA8B-5334-D58D-436E160C4D51}"/>
          </ac:picMkLst>
        </pc:picChg>
        <pc:picChg chg="add mod modCrop">
          <ac:chgData name="isabel ruston" userId="33f4b43e7e8099aa" providerId="LiveId" clId="{92F44DDF-4E52-4BC6-A5AF-CFAB47CB6F40}" dt="2025-11-08T11:15:35.683" v="120" actId="26606"/>
          <ac:picMkLst>
            <pc:docMk/>
            <pc:sldMk cId="3366454626" sldId="258"/>
            <ac:picMk id="5" creationId="{6822FD3C-AB8D-FB05-4EE7-F9CA623A3E96}"/>
          </ac:picMkLst>
        </pc:picChg>
      </pc:sldChg>
      <pc:sldChg chg="addSp modSp new mod setBg">
        <pc:chgData name="isabel ruston" userId="33f4b43e7e8099aa" providerId="LiveId" clId="{92F44DDF-4E52-4BC6-A5AF-CFAB47CB6F40}" dt="2025-11-08T11:05:23.213" v="47" actId="14100"/>
        <pc:sldMkLst>
          <pc:docMk/>
          <pc:sldMk cId="4103943223" sldId="259"/>
        </pc:sldMkLst>
        <pc:spChg chg="add">
          <ac:chgData name="isabel ruston" userId="33f4b43e7e8099aa" providerId="LiveId" clId="{92F44DDF-4E52-4BC6-A5AF-CFAB47CB6F40}" dt="2025-11-08T11:04:55.806" v="42" actId="26606"/>
          <ac:spMkLst>
            <pc:docMk/>
            <pc:sldMk cId="4103943223" sldId="259"/>
            <ac:spMk id="10" creationId="{9E90EB45-EEE9-4563-8179-65EF62AE0978}"/>
          </ac:spMkLst>
        </pc:spChg>
        <pc:spChg chg="add">
          <ac:chgData name="isabel ruston" userId="33f4b43e7e8099aa" providerId="LiveId" clId="{92F44DDF-4E52-4BC6-A5AF-CFAB47CB6F40}" dt="2025-11-08T11:04:55.806" v="42" actId="26606"/>
          <ac:spMkLst>
            <pc:docMk/>
            <pc:sldMk cId="4103943223" sldId="259"/>
            <ac:spMk id="12" creationId="{23D0EF74-AD1E-4FD9-914D-8EC9058EBBA3}"/>
          </ac:spMkLst>
        </pc:spChg>
        <pc:picChg chg="add mod ord modCrop">
          <ac:chgData name="isabel ruston" userId="33f4b43e7e8099aa" providerId="LiveId" clId="{92F44DDF-4E52-4BC6-A5AF-CFAB47CB6F40}" dt="2025-11-08T11:05:23.213" v="47" actId="14100"/>
          <ac:picMkLst>
            <pc:docMk/>
            <pc:sldMk cId="4103943223" sldId="259"/>
            <ac:picMk id="3" creationId="{666689C2-8288-ECEA-72B9-E3CF475F6B3E}"/>
          </ac:picMkLst>
        </pc:picChg>
        <pc:picChg chg="add mod modCrop">
          <ac:chgData name="isabel ruston" userId="33f4b43e7e8099aa" providerId="LiveId" clId="{92F44DDF-4E52-4BC6-A5AF-CFAB47CB6F40}" dt="2025-11-08T11:05:07.247" v="44" actId="14100"/>
          <ac:picMkLst>
            <pc:docMk/>
            <pc:sldMk cId="4103943223" sldId="259"/>
            <ac:picMk id="5" creationId="{BD1EE863-3B3B-9DBE-2FD7-AD6185AC384F}"/>
          </ac:picMkLst>
        </pc:picChg>
      </pc:sldChg>
      <pc:sldChg chg="addSp modSp new mod setBg">
        <pc:chgData name="isabel ruston" userId="33f4b43e7e8099aa" providerId="LiveId" clId="{92F44DDF-4E52-4BC6-A5AF-CFAB47CB6F40}" dt="2025-11-08T11:09:12.085" v="78" actId="14100"/>
        <pc:sldMkLst>
          <pc:docMk/>
          <pc:sldMk cId="196617273" sldId="260"/>
        </pc:sldMkLst>
        <pc:spChg chg="add">
          <ac:chgData name="isabel ruston" userId="33f4b43e7e8099aa" providerId="LiveId" clId="{92F44DDF-4E52-4BC6-A5AF-CFAB47CB6F40}" dt="2025-11-08T11:07:44.308" v="65" actId="26606"/>
          <ac:spMkLst>
            <pc:docMk/>
            <pc:sldMk cId="196617273" sldId="260"/>
            <ac:spMk id="10" creationId="{9E90EB45-EEE9-4563-8179-65EF62AE0978}"/>
          </ac:spMkLst>
        </pc:spChg>
        <pc:spChg chg="add">
          <ac:chgData name="isabel ruston" userId="33f4b43e7e8099aa" providerId="LiveId" clId="{92F44DDF-4E52-4BC6-A5AF-CFAB47CB6F40}" dt="2025-11-08T11:07:44.308" v="65" actId="26606"/>
          <ac:spMkLst>
            <pc:docMk/>
            <pc:sldMk cId="196617273" sldId="260"/>
            <ac:spMk id="12" creationId="{23D0EF74-AD1E-4FD9-914D-8EC9058EBBA3}"/>
          </ac:spMkLst>
        </pc:spChg>
        <pc:picChg chg="add mod modCrop">
          <ac:chgData name="isabel ruston" userId="33f4b43e7e8099aa" providerId="LiveId" clId="{92F44DDF-4E52-4BC6-A5AF-CFAB47CB6F40}" dt="2025-11-08T11:08:30.628" v="77" actId="14100"/>
          <ac:picMkLst>
            <pc:docMk/>
            <pc:sldMk cId="196617273" sldId="260"/>
            <ac:picMk id="3" creationId="{F75EF093-8FAC-C2A8-46FA-FB3EE4AA6F8D}"/>
          </ac:picMkLst>
        </pc:picChg>
        <pc:picChg chg="add mod modCrop">
          <ac:chgData name="isabel ruston" userId="33f4b43e7e8099aa" providerId="LiveId" clId="{92F44DDF-4E52-4BC6-A5AF-CFAB47CB6F40}" dt="2025-11-08T11:09:12.085" v="78" actId="14100"/>
          <ac:picMkLst>
            <pc:docMk/>
            <pc:sldMk cId="196617273" sldId="260"/>
            <ac:picMk id="5" creationId="{00613724-E638-90F4-DA6B-A438012F23C5}"/>
          </ac:picMkLst>
        </pc:picChg>
      </pc:sldChg>
      <pc:sldChg chg="addSp modSp new mod setBg">
        <pc:chgData name="isabel ruston" userId="33f4b43e7e8099aa" providerId="LiveId" clId="{92F44DDF-4E52-4BC6-A5AF-CFAB47CB6F40}" dt="2025-11-08T11:11:16.897" v="91" actId="26606"/>
        <pc:sldMkLst>
          <pc:docMk/>
          <pc:sldMk cId="1286693428" sldId="261"/>
        </pc:sldMkLst>
        <pc:spChg chg="add">
          <ac:chgData name="isabel ruston" userId="33f4b43e7e8099aa" providerId="LiveId" clId="{92F44DDF-4E52-4BC6-A5AF-CFAB47CB6F40}" dt="2025-11-08T11:11:16.897" v="91" actId="26606"/>
          <ac:spMkLst>
            <pc:docMk/>
            <pc:sldMk cId="1286693428" sldId="261"/>
            <ac:spMk id="10" creationId="{9E90EB45-EEE9-4563-8179-65EF62AE0978}"/>
          </ac:spMkLst>
        </pc:spChg>
        <pc:spChg chg="add">
          <ac:chgData name="isabel ruston" userId="33f4b43e7e8099aa" providerId="LiveId" clId="{92F44DDF-4E52-4BC6-A5AF-CFAB47CB6F40}" dt="2025-11-08T11:11:16.897" v="91" actId="26606"/>
          <ac:spMkLst>
            <pc:docMk/>
            <pc:sldMk cId="1286693428" sldId="261"/>
            <ac:spMk id="12" creationId="{23D0EF74-AD1E-4FD9-914D-8EC9058EBBA3}"/>
          </ac:spMkLst>
        </pc:spChg>
        <pc:picChg chg="add mod modCrop">
          <ac:chgData name="isabel ruston" userId="33f4b43e7e8099aa" providerId="LiveId" clId="{92F44DDF-4E52-4BC6-A5AF-CFAB47CB6F40}" dt="2025-11-08T11:11:16.897" v="91" actId="26606"/>
          <ac:picMkLst>
            <pc:docMk/>
            <pc:sldMk cId="1286693428" sldId="261"/>
            <ac:picMk id="3" creationId="{D8F6DADE-C4B9-92A9-7546-E29C25778CB7}"/>
          </ac:picMkLst>
        </pc:picChg>
        <pc:picChg chg="add mod modCrop">
          <ac:chgData name="isabel ruston" userId="33f4b43e7e8099aa" providerId="LiveId" clId="{92F44DDF-4E52-4BC6-A5AF-CFAB47CB6F40}" dt="2025-11-08T11:11:16.897" v="91" actId="26606"/>
          <ac:picMkLst>
            <pc:docMk/>
            <pc:sldMk cId="1286693428" sldId="261"/>
            <ac:picMk id="5" creationId="{A1219FE3-7186-0D40-7A60-2269805BB8FD}"/>
          </ac:picMkLst>
        </pc:picChg>
      </pc:sldChg>
      <pc:sldChg chg="addSp delSp modSp new mod setBg">
        <pc:chgData name="isabel ruston" userId="33f4b43e7e8099aa" providerId="LiveId" clId="{92F44DDF-4E52-4BC6-A5AF-CFAB47CB6F40}" dt="2025-11-08T11:13:25.924" v="108" actId="26606"/>
        <pc:sldMkLst>
          <pc:docMk/>
          <pc:sldMk cId="3773550038" sldId="262"/>
        </pc:sldMkLst>
        <pc:spChg chg="add del">
          <ac:chgData name="isabel ruston" userId="33f4b43e7e8099aa" providerId="LiveId" clId="{92F44DDF-4E52-4BC6-A5AF-CFAB47CB6F40}" dt="2025-11-08T11:13:25.924" v="108" actId="26606"/>
          <ac:spMkLst>
            <pc:docMk/>
            <pc:sldMk cId="3773550038" sldId="262"/>
            <ac:spMk id="10" creationId="{9E90EB45-EEE9-4563-8179-65EF62AE0978}"/>
          </ac:spMkLst>
        </pc:spChg>
        <pc:spChg chg="add del">
          <ac:chgData name="isabel ruston" userId="33f4b43e7e8099aa" providerId="LiveId" clId="{92F44DDF-4E52-4BC6-A5AF-CFAB47CB6F40}" dt="2025-11-08T11:13:25.924" v="108" actId="26606"/>
          <ac:spMkLst>
            <pc:docMk/>
            <pc:sldMk cId="3773550038" sldId="262"/>
            <ac:spMk id="12" creationId="{23D0EF74-AD1E-4FD9-914D-8EC9058EBBA3}"/>
          </ac:spMkLst>
        </pc:spChg>
        <pc:spChg chg="add">
          <ac:chgData name="isabel ruston" userId="33f4b43e7e8099aa" providerId="LiveId" clId="{92F44DDF-4E52-4BC6-A5AF-CFAB47CB6F40}" dt="2025-11-08T11:13:25.924" v="108" actId="26606"/>
          <ac:spMkLst>
            <pc:docMk/>
            <pc:sldMk cId="3773550038" sldId="262"/>
            <ac:spMk id="17" creationId="{9E90EB45-EEE9-4563-8179-65EF62AE0978}"/>
          </ac:spMkLst>
        </pc:spChg>
        <pc:spChg chg="add">
          <ac:chgData name="isabel ruston" userId="33f4b43e7e8099aa" providerId="LiveId" clId="{92F44DDF-4E52-4BC6-A5AF-CFAB47CB6F40}" dt="2025-11-08T11:13:25.924" v="108" actId="26606"/>
          <ac:spMkLst>
            <pc:docMk/>
            <pc:sldMk cId="3773550038" sldId="262"/>
            <ac:spMk id="19" creationId="{23D0EF74-AD1E-4FD9-914D-8EC9058EBBA3}"/>
          </ac:spMkLst>
        </pc:spChg>
        <pc:picChg chg="add mod ord modCrop">
          <ac:chgData name="isabel ruston" userId="33f4b43e7e8099aa" providerId="LiveId" clId="{92F44DDF-4E52-4BC6-A5AF-CFAB47CB6F40}" dt="2025-11-08T11:13:24.396" v="107" actId="14100"/>
          <ac:picMkLst>
            <pc:docMk/>
            <pc:sldMk cId="3773550038" sldId="262"/>
            <ac:picMk id="3" creationId="{2A09FB06-64D0-4DC8-F549-918131536C80}"/>
          </ac:picMkLst>
        </pc:picChg>
        <pc:picChg chg="add mod modCrop">
          <ac:chgData name="isabel ruston" userId="33f4b43e7e8099aa" providerId="LiveId" clId="{92F44DDF-4E52-4BC6-A5AF-CFAB47CB6F40}" dt="2025-11-08T11:13:25.924" v="108" actId="26606"/>
          <ac:picMkLst>
            <pc:docMk/>
            <pc:sldMk cId="3773550038" sldId="262"/>
            <ac:picMk id="5" creationId="{B92FE54D-59D4-CA0B-F9F9-74D5800CA73C}"/>
          </ac:picMkLst>
        </pc:picChg>
      </pc:sldChg>
      <pc:sldChg chg="addSp delSp modSp new del mod setBg">
        <pc:chgData name="isabel ruston" userId="33f4b43e7e8099aa" providerId="LiveId" clId="{92F44DDF-4E52-4BC6-A5AF-CFAB47CB6F40}" dt="2025-11-08T11:18:37.855" v="139" actId="2696"/>
        <pc:sldMkLst>
          <pc:docMk/>
          <pc:sldMk cId="4221497303" sldId="263"/>
        </pc:sldMkLst>
        <pc:spChg chg="add del">
          <ac:chgData name="isabel ruston" userId="33f4b43e7e8099aa" providerId="LiveId" clId="{92F44DDF-4E52-4BC6-A5AF-CFAB47CB6F40}" dt="2025-11-08T11:18:08.087" v="136" actId="26606"/>
          <ac:spMkLst>
            <pc:docMk/>
            <pc:sldMk cId="4221497303" sldId="263"/>
            <ac:spMk id="8" creationId="{14995E8B-DB3C-4E23-9186-1613402BFDCF}"/>
          </ac:spMkLst>
        </pc:spChg>
        <pc:spChg chg="add del">
          <ac:chgData name="isabel ruston" userId="33f4b43e7e8099aa" providerId="LiveId" clId="{92F44DDF-4E52-4BC6-A5AF-CFAB47CB6F40}" dt="2025-11-08T11:18:08.087" v="136" actId="26606"/>
          <ac:spMkLst>
            <pc:docMk/>
            <pc:sldMk cId="4221497303" sldId="263"/>
            <ac:spMk id="10" creationId="{CF21E7C5-2080-4549-97AA-9A6688257789}"/>
          </ac:spMkLst>
        </pc:spChg>
        <pc:spChg chg="add del">
          <ac:chgData name="isabel ruston" userId="33f4b43e7e8099aa" providerId="LiveId" clId="{92F44DDF-4E52-4BC6-A5AF-CFAB47CB6F40}" dt="2025-11-08T11:18:08.087" v="136" actId="26606"/>
          <ac:spMkLst>
            <pc:docMk/>
            <pc:sldMk cId="4221497303" sldId="263"/>
            <ac:spMk id="20" creationId="{57957B04-C024-4B5F-B7C3-20FAE3F1D3CA}"/>
          </ac:spMkLst>
        </pc:spChg>
        <pc:spChg chg="add del">
          <ac:chgData name="isabel ruston" userId="33f4b43e7e8099aa" providerId="LiveId" clId="{92F44DDF-4E52-4BC6-A5AF-CFAB47CB6F40}" dt="2025-11-08T11:18:08.087" v="136" actId="26606"/>
          <ac:spMkLst>
            <pc:docMk/>
            <pc:sldMk cId="4221497303" sldId="263"/>
            <ac:spMk id="22" creationId="{C6FBFCE4-B693-49EB-9CE1-4420332195E7}"/>
          </ac:spMkLst>
        </pc:spChg>
        <pc:spChg chg="add">
          <ac:chgData name="isabel ruston" userId="33f4b43e7e8099aa" providerId="LiveId" clId="{92F44DDF-4E52-4BC6-A5AF-CFAB47CB6F40}" dt="2025-11-08T11:18:08.087" v="136" actId="26606"/>
          <ac:spMkLst>
            <pc:docMk/>
            <pc:sldMk cId="4221497303" sldId="263"/>
            <ac:spMk id="39" creationId="{AB8C311F-7253-4AED-9701-7FC0708C41C7}"/>
          </ac:spMkLst>
        </pc:spChg>
        <pc:spChg chg="add">
          <ac:chgData name="isabel ruston" userId="33f4b43e7e8099aa" providerId="LiveId" clId="{92F44DDF-4E52-4BC6-A5AF-CFAB47CB6F40}" dt="2025-11-08T11:18:08.087" v="136" actId="26606"/>
          <ac:spMkLst>
            <pc:docMk/>
            <pc:sldMk cId="4221497303" sldId="263"/>
            <ac:spMk id="41" creationId="{E2384209-CB15-4CDF-9D31-C44FD9A3F20D}"/>
          </ac:spMkLst>
        </pc:spChg>
        <pc:spChg chg="add">
          <ac:chgData name="isabel ruston" userId="33f4b43e7e8099aa" providerId="LiveId" clId="{92F44DDF-4E52-4BC6-A5AF-CFAB47CB6F40}" dt="2025-11-08T11:18:08.087" v="136" actId="26606"/>
          <ac:spMkLst>
            <pc:docMk/>
            <pc:sldMk cId="4221497303" sldId="263"/>
            <ac:spMk id="43" creationId="{2633B3B5-CC90-43F0-8714-D31D1F3F0209}"/>
          </ac:spMkLst>
        </pc:spChg>
        <pc:spChg chg="add">
          <ac:chgData name="isabel ruston" userId="33f4b43e7e8099aa" providerId="LiveId" clId="{92F44DDF-4E52-4BC6-A5AF-CFAB47CB6F40}" dt="2025-11-08T11:18:08.087" v="136" actId="26606"/>
          <ac:spMkLst>
            <pc:docMk/>
            <pc:sldMk cId="4221497303" sldId="263"/>
            <ac:spMk id="45" creationId="{A8D57A06-A426-446D-B02C-A2DC6B62E45E}"/>
          </ac:spMkLst>
        </pc:spChg>
        <pc:grpChg chg="add">
          <ac:chgData name="isabel ruston" userId="33f4b43e7e8099aa" providerId="LiveId" clId="{92F44DDF-4E52-4BC6-A5AF-CFAB47CB6F40}" dt="2025-11-08T11:17:25.466" v="129" actId="26606"/>
          <ac:grpSpMkLst>
            <pc:docMk/>
            <pc:sldMk cId="4221497303" sldId="263"/>
            <ac:grpSpMk id="12" creationId="{58454601-8C5B-41C4-8012-BF42AE4E16F2}"/>
          </ac:grpSpMkLst>
        </pc:grpChg>
        <pc:grpChg chg="add">
          <ac:chgData name="isabel ruston" userId="33f4b43e7e8099aa" providerId="LiveId" clId="{92F44DDF-4E52-4BC6-A5AF-CFAB47CB6F40}" dt="2025-11-08T11:17:25.466" v="129" actId="26606"/>
          <ac:grpSpMkLst>
            <pc:docMk/>
            <pc:sldMk cId="4221497303" sldId="263"/>
            <ac:grpSpMk id="24" creationId="{8FFC4225-9683-4D55-8686-FCDDB8BCBF38}"/>
          </ac:grpSpMkLst>
        </pc:grpChg>
        <pc:grpChg chg="add del">
          <ac:chgData name="isabel ruston" userId="33f4b43e7e8099aa" providerId="LiveId" clId="{92F44DDF-4E52-4BC6-A5AF-CFAB47CB6F40}" dt="2025-11-08T11:18:08.087" v="136" actId="26606"/>
          <ac:grpSpMkLst>
            <pc:docMk/>
            <pc:sldMk cId="4221497303" sldId="263"/>
            <ac:grpSpMk id="30" creationId="{2993EE7D-6C2F-43A3-9C60-0C79DB9E529F}"/>
          </ac:grpSpMkLst>
        </pc:grpChg>
        <pc:picChg chg="add mod modCrop">
          <ac:chgData name="isabel ruston" userId="33f4b43e7e8099aa" providerId="LiveId" clId="{92F44DDF-4E52-4BC6-A5AF-CFAB47CB6F40}" dt="2025-11-08T11:18:18.906" v="138" actId="14100"/>
          <ac:picMkLst>
            <pc:docMk/>
            <pc:sldMk cId="4221497303" sldId="263"/>
            <ac:picMk id="3" creationId="{F637E05B-CF03-5EB1-98F2-FB41F3FE9E7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E3B165-E9C5-9E6B-11FC-FE74C868AF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497A8CB-00E0-A8C2-13B4-0D984C6D44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099F80B-B9DF-6353-E557-7E8A7F49A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AB86E-93B5-469D-A8A6-908D5C3CC974}" type="datetimeFigureOut">
              <a:rPr lang="es-CL" smtClean="0"/>
              <a:t>08-11-2025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386E21-7EDD-B1E2-50D3-6B7533058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B1187E-CD7F-CBAD-047E-AB8B57471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76228-BC22-4492-824A-7108EEDE013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74439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2A2D8B-6948-556D-E01F-FAF4E3EE6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0E82705-84F8-498B-99B3-4CE6881E3C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7882226-9E08-67AF-B502-E6AA5EA59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AB86E-93B5-469D-A8A6-908D5C3CC974}" type="datetimeFigureOut">
              <a:rPr lang="es-CL" smtClean="0"/>
              <a:t>08-11-2025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3B7911C-392C-CDB7-E412-C23201A9B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26C1246-6EFC-BA01-B455-B2E4E9C8F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76228-BC22-4492-824A-7108EEDE013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69580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C7BE4E-D1E1-F5EC-1CD4-8589F0150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38BA130-45B1-C7DD-D029-151687F12A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F188EB4-25DF-C71C-0F4F-DC4DBABD8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AB86E-93B5-469D-A8A6-908D5C3CC974}" type="datetimeFigureOut">
              <a:rPr lang="es-CL" smtClean="0"/>
              <a:t>08-11-2025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52BF30F-A386-3D03-91FB-5961E5E48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13AB65F-EC37-0C6A-F290-4C1B60FE7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76228-BC22-4492-824A-7108EEDE013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643809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3F292C-E944-E39C-E3FA-CF75A03E2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D55A5C5-81C8-833E-4227-4B893E0341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569DFCC-84FC-CC50-6DB2-46F7A90CC3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45D8969-F458-F6E8-7B90-6BC3E187B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AB86E-93B5-469D-A8A6-908D5C3CC974}" type="datetimeFigureOut">
              <a:rPr lang="es-CL" smtClean="0"/>
              <a:t>08-11-2025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4FEFAD3-D255-7753-C8F0-1A0E9FB9D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483FFCC-1F97-A9C1-7555-4EB8E360F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76228-BC22-4492-824A-7108EEDE013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90677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FCD0DC-304F-F71D-B474-B57C57EA3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512ACEE-27EA-FC4B-4B0C-7769361FD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26B24B0-05E8-0AB3-5891-327C07D628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0F983CA-60B0-B694-03C5-6883587429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42E2034-59A7-FD46-F817-67DB27EA8E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7814429-86E8-A57C-C6BA-F53FBEF1B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AB86E-93B5-469D-A8A6-908D5C3CC974}" type="datetimeFigureOut">
              <a:rPr lang="es-CL" smtClean="0"/>
              <a:t>08-11-2025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BD8E8E7-A7D9-1978-3212-2F423653A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A2E5BF6-4519-07B0-8594-A0402C646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76228-BC22-4492-824A-7108EEDE013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46871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5AC3B1-ADDB-732F-D3D3-921509633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628B335-DFC8-F0B0-16A7-C5488B011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AB86E-93B5-469D-A8A6-908D5C3CC974}" type="datetimeFigureOut">
              <a:rPr lang="es-CL" smtClean="0"/>
              <a:t>08-11-2025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0E92937-EE94-B46A-2E93-B810DA8BA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42BCCD4-2C7B-116E-59C4-C7183DE41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76228-BC22-4492-824A-7108EEDE013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9394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E2281EB-9254-7293-C3CC-55D019B94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AB86E-93B5-469D-A8A6-908D5C3CC974}" type="datetimeFigureOut">
              <a:rPr lang="es-CL" smtClean="0"/>
              <a:t>08-11-2025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93BC758-9391-6AC4-624D-42898A7C4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1756840-A26F-7A1A-8572-777B05E21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76228-BC22-4492-824A-7108EEDE013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1371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82E1B1-DE28-D4EA-343F-19198F601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7844058-B03F-4027-512E-2BEA57910E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09B7EC4-7F4A-1428-9F70-2000042D60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CD0B2EB-67C3-7A2F-CD01-22DFF6BB0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AB86E-93B5-469D-A8A6-908D5C3CC974}" type="datetimeFigureOut">
              <a:rPr lang="es-CL" smtClean="0"/>
              <a:t>08-11-2025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E4B1879-80FF-05BE-8573-79111A543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712E74A-9F28-E981-E715-4604D23A6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76228-BC22-4492-824A-7108EEDE013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68373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89657C-234F-CE73-7803-421F35F41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22FEACC-E773-D9B9-13E8-25AB05D2B2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4C55ADD-3D5B-24BF-BC1B-C42EF5A276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69E1DCB-41DE-2B9F-7693-95EDD39C3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AB86E-93B5-469D-A8A6-908D5C3CC974}" type="datetimeFigureOut">
              <a:rPr lang="es-CL" smtClean="0"/>
              <a:t>08-11-2025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39D794B-758D-D19F-4A24-475312647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7C4AEE3-B6DA-2883-8B3F-91F48B06C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76228-BC22-4492-824A-7108EEDE013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88292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6DB0A9-6B27-512E-0884-CF468F0BF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38A9440-1104-83FE-5F67-85098280E8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A72C15F-7FA8-49CE-3E11-762E2CBB5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AB86E-93B5-469D-A8A6-908D5C3CC974}" type="datetimeFigureOut">
              <a:rPr lang="es-CL" smtClean="0"/>
              <a:t>08-11-2025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0D439A7-70CB-5337-E479-CCFBCE5F4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7E083A9-C1D8-702A-2882-BD0125E30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76228-BC22-4492-824A-7108EEDE013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92417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BC48F9B-55D1-58AA-BD36-DC00974C30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C01D9B8-67F5-01FF-B204-C0BD80F239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83590B5-B26E-B550-E8E5-0D40CA5AB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AB86E-93B5-469D-A8A6-908D5C3CC974}" type="datetimeFigureOut">
              <a:rPr lang="es-CL" smtClean="0"/>
              <a:t>08-11-2025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9F5E68F-C373-A1C0-11ED-9AF856445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A5234C0-0E79-4C00-A64F-B1A9A2107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76228-BC22-4492-824A-7108EEDE013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6519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268F7D3-96DF-377F-E031-ABA9FEF20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76D98CF-8C5C-0C21-83EA-36096C5CA6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38A10EB-5D2C-68F6-F9CB-D775D77F22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7AB86E-93B5-469D-A8A6-908D5C3CC974}" type="datetimeFigureOut">
              <a:rPr lang="es-CL" smtClean="0"/>
              <a:t>08-11-2025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DB71C11-B911-ACEA-895B-B46C3D46E5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CADFABA-6653-EF7A-A36E-1A6CEBB01A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D76228-BC22-4492-824A-7108EEDE013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94341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CC26AB5-D3CF-7B7C-6894-803AB1DD1C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033" t="25348" r="55577" b="21758"/>
          <a:stretch>
            <a:fillRect/>
          </a:stretch>
        </p:blipFill>
        <p:spPr>
          <a:xfrm>
            <a:off x="-245807" y="-125604"/>
            <a:ext cx="12269037" cy="6983604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EAB8A65F-85DF-BB51-691A-9CE6CEF2F9DD}"/>
              </a:ext>
            </a:extLst>
          </p:cNvPr>
          <p:cNvSpPr txBox="1"/>
          <p:nvPr/>
        </p:nvSpPr>
        <p:spPr>
          <a:xfrm>
            <a:off x="530942" y="1366684"/>
            <a:ext cx="87863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3600" b="1" i="0" dirty="0">
                <a:solidFill>
                  <a:schemeClr val="bg1"/>
                </a:solidFill>
                <a:effectLst/>
                <a:latin typeface="Roboto" panose="02000000000000000000" pitchFamily="2" charset="0"/>
              </a:rPr>
              <a:t>3-habitaciones </a:t>
            </a:r>
            <a:r>
              <a:rPr lang="en-US" sz="3600" b="1" i="0" dirty="0" err="1">
                <a:solidFill>
                  <a:schemeClr val="bg1"/>
                </a:solidFill>
                <a:effectLst/>
                <a:latin typeface="Roboto" panose="02000000000000000000" pitchFamily="2" charset="0"/>
              </a:rPr>
              <a:t>en</a:t>
            </a:r>
            <a:r>
              <a:rPr lang="en-US" sz="3600" b="1" i="0" dirty="0">
                <a:solidFill>
                  <a:schemeClr val="bg1"/>
                </a:solidFill>
                <a:effectLst/>
                <a:latin typeface="Roboto" panose="02000000000000000000" pitchFamily="2" charset="0"/>
              </a:rPr>
              <a:t> Ibiza, Madrid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2F0666B-A3DB-B390-E87B-19100D84E406}"/>
              </a:ext>
            </a:extLst>
          </p:cNvPr>
          <p:cNvSpPr txBox="1"/>
          <p:nvPr/>
        </p:nvSpPr>
        <p:spPr>
          <a:xfrm>
            <a:off x="530942" y="5630271"/>
            <a:ext cx="87900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4.700 con suministros incluidos y aseo dos veces al mes</a:t>
            </a:r>
            <a:endParaRPr lang="es-CL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0793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9E90EB45-EEE9-4563-8179-65EF62AE0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E4E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ADC0EDE-0F39-0A57-B27C-8F269E2027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115" t="23443" r="55742" b="22198"/>
          <a:stretch>
            <a:fillRect/>
          </a:stretch>
        </p:blipFill>
        <p:spPr>
          <a:xfrm>
            <a:off x="7300769" y="643467"/>
            <a:ext cx="3123427" cy="5571066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23D0EF74-AD1E-4FD9-914D-8EC9058EBB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F225C34-BAC4-BF0E-58C3-917EDD53AB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786" t="23443" r="55495" b="27765"/>
          <a:stretch>
            <a:fillRect/>
          </a:stretch>
        </p:blipFill>
        <p:spPr>
          <a:xfrm>
            <a:off x="1531158" y="643467"/>
            <a:ext cx="3596715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0902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E90EB45-EEE9-4563-8179-65EF62AE0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E4E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D1EE863-3B3B-9DBE-2FD7-AD6185AC38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280" t="24469" r="56071" b="21758"/>
          <a:stretch>
            <a:fillRect/>
          </a:stretch>
        </p:blipFill>
        <p:spPr>
          <a:xfrm>
            <a:off x="6176433" y="480060"/>
            <a:ext cx="5372100" cy="589787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3D0EF74-AD1E-4FD9-914D-8EC9058EBB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66689C2-8288-ECEA-72B9-E3CF475F6B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95" t="26325" r="56204" b="27999"/>
          <a:stretch>
            <a:fillRect/>
          </a:stretch>
        </p:blipFill>
        <p:spPr>
          <a:xfrm>
            <a:off x="773723" y="480060"/>
            <a:ext cx="4925698" cy="5734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943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E90EB45-EEE9-4563-8179-65EF62AE0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E4E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75EF093-8FAC-C2A8-46FA-FB3EE4AA6F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621" t="24176" r="55577" b="22051"/>
          <a:stretch>
            <a:fillRect/>
          </a:stretch>
        </p:blipFill>
        <p:spPr>
          <a:xfrm>
            <a:off x="6772589" y="474156"/>
            <a:ext cx="4942399" cy="589788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3D0EF74-AD1E-4FD9-914D-8EC9058EBB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0613724-E638-90F4-DA6B-A438012F23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033" t="24176" r="54835" b="28938"/>
          <a:stretch>
            <a:fillRect/>
          </a:stretch>
        </p:blipFill>
        <p:spPr>
          <a:xfrm>
            <a:off x="572757" y="474156"/>
            <a:ext cx="4589178" cy="5897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17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E90EB45-EEE9-4563-8179-65EF62AE0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E4E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8F6DADE-C4B9-92A9-7546-E29C25778C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198" t="24615" r="55659" b="28498"/>
          <a:stretch>
            <a:fillRect/>
          </a:stretch>
        </p:blipFill>
        <p:spPr>
          <a:xfrm>
            <a:off x="7051895" y="643467"/>
            <a:ext cx="3621175" cy="557106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3D0EF74-AD1E-4FD9-914D-8EC9058EBB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1219FE3-7186-0D40-7A60-2269805BB8F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187" t="24322" r="55742" b="24396"/>
          <a:stretch>
            <a:fillRect/>
          </a:stretch>
        </p:blipFill>
        <p:spPr>
          <a:xfrm>
            <a:off x="1777615" y="643467"/>
            <a:ext cx="3103801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693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E90EB45-EEE9-4563-8179-65EF62AE0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E4E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92FE54D-59D4-CA0B-F9F9-74D5800CA7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270" t="23589" r="55576" b="28498"/>
          <a:stretch>
            <a:fillRect/>
          </a:stretch>
        </p:blipFill>
        <p:spPr>
          <a:xfrm>
            <a:off x="7192884" y="643467"/>
            <a:ext cx="3339198" cy="5571066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23D0EF74-AD1E-4FD9-914D-8EC9058EBB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A09FB06-64D0-4DC8-F549-918131536C8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198" t="24030" r="55165" b="21318"/>
          <a:stretch>
            <a:fillRect/>
          </a:stretch>
        </p:blipFill>
        <p:spPr>
          <a:xfrm>
            <a:off x="1731411" y="643467"/>
            <a:ext cx="3878919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5500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E90EB45-EEE9-4563-8179-65EF62AE0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E4E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78D39E0-BA8B-5334-D58D-436E160C4D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868" t="23296" r="55330" b="28644"/>
          <a:stretch>
            <a:fillRect/>
          </a:stretch>
        </p:blipFill>
        <p:spPr>
          <a:xfrm>
            <a:off x="7028180" y="643467"/>
            <a:ext cx="3668606" cy="557106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3D0EF74-AD1E-4FD9-914D-8EC9058EBB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822FD3C-AB8D-FB05-4EE7-F9CA623A3E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858" t="39269" r="55329" b="20878"/>
          <a:stretch>
            <a:fillRect/>
          </a:stretch>
        </p:blipFill>
        <p:spPr>
          <a:xfrm>
            <a:off x="1240364" y="643467"/>
            <a:ext cx="4178302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45462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15</Words>
  <Application>Microsoft Office PowerPoint</Application>
  <PresentationFormat>Panorámica</PresentationFormat>
  <Paragraphs>2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Roboto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isabel ruston</dc:creator>
  <cp:lastModifiedBy>isabel ruston</cp:lastModifiedBy>
  <cp:revision>1</cp:revision>
  <dcterms:created xsi:type="dcterms:W3CDTF">2025-11-08T10:52:08Z</dcterms:created>
  <dcterms:modified xsi:type="dcterms:W3CDTF">2025-11-08T11:21:06Z</dcterms:modified>
</cp:coreProperties>
</file>